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809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809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8090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773936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8090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76272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8090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78608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8090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980944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8090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85616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87952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90288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92624" y="4315968"/>
            <a:ext cx="310896" cy="457200"/>
          </a:xfrm>
          <a:prstGeom prst="roundRect">
            <a:avLst>
              <a:gd name="adj" fmla="val 14706"/>
            </a:avLst>
          </a:prstGeom>
          <a:solidFill>
            <a:srgbClr val="02C39A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097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48097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input (cheaper)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12344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Caching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594360" y="2212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init, then reuse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94360" y="28163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one big, repeated prompt into cheap cached input tokens.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big stable prompt, reused every call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291072" cy="105156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925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PREFIX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 · ~120 identical sections · same every call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04304" y="1783080"/>
            <a:ext cx="1499616" cy="1051560"/>
          </a:xfrm>
          <a:prstGeom prst="roundRect">
            <a:avLst>
              <a:gd name="adj" fmla="val 5217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04304" y="1783080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+ question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  </a:t>
            </a:r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im-cache-&lt;runId&gt;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prefix on every call </a:t>
            </a:r>
            <a:pPr algn="l" indent="0" marL="0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model can cache it and skip re-charging full price for those tokens.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instant models — prompt cache demo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init — the first call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170432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70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App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170432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0B3C49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170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1847088"/>
            <a:ext cx="0" cy="2889504"/>
          </a:xfrm>
          <a:prstGeom prst="line">
            <a:avLst/>
          </a:prstGeom>
          <a:noFill/>
          <a:ln w="15875">
            <a:solidFill>
              <a:srgbClr val="5B7B8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995160" y="1847088"/>
            <a:ext cx="0" cy="2889504"/>
          </a:xfrm>
          <a:prstGeom prst="line">
            <a:avLst/>
          </a:prstGeom>
          <a:noFill/>
          <a:ln w="15875">
            <a:solidFill>
              <a:srgbClr val="5B7B8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30552" y="21945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2888" y="21579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large prompt + cache key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48840" y="2670048"/>
            <a:ext cx="484632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2907792"/>
            <a:ext cx="32004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9050">
            <a:solidFill>
              <a:srgbClr val="C166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2907792"/>
            <a:ext cx="310896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stable prefix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38404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full input billed at standard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4206240"/>
            <a:ext cx="4846320" cy="0"/>
          </a:xfrm>
          <a:prstGeom prst="line">
            <a:avLst/>
          </a:prstGeom>
          <a:noFill/>
          <a:ln w="28575">
            <a:solidFill>
              <a:srgbClr val="5B7B82"/>
            </a:solidFill>
            <a:prstDash val="dash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54864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instant models — prompt cache demo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 — the second call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170432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70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App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170432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0B3C49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170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1847088"/>
            <a:ext cx="0" cy="2889504"/>
          </a:xfrm>
          <a:prstGeom prst="line">
            <a:avLst/>
          </a:prstGeom>
          <a:noFill/>
          <a:ln w="15875">
            <a:solidFill>
              <a:srgbClr val="5B7B8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995160" y="1847088"/>
            <a:ext cx="0" cy="2889504"/>
          </a:xfrm>
          <a:prstGeom prst="line">
            <a:avLst/>
          </a:prstGeom>
          <a:noFill/>
          <a:ln w="15875">
            <a:solidFill>
              <a:srgbClr val="5B7B8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148840" y="1883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already stored the stable prefix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0552" y="2231136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13055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32888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SAME prompt + SAME cache key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48840" y="2706624"/>
            <a:ext cx="48463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2944368"/>
            <a:ext cx="32004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9050">
            <a:solidFill>
              <a:srgbClr val="1FA67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2944368"/>
            <a:ext cx="310896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stored prefix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387705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stable prefix billed as cheaper cached input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48840" y="4242816"/>
            <a:ext cx="4846320" cy="0"/>
          </a:xfrm>
          <a:prstGeom prst="line">
            <a:avLst/>
          </a:prstGeom>
          <a:noFill/>
          <a:ln w="28575">
            <a:solidFill>
              <a:srgbClr val="1FA67A"/>
            </a:solidFill>
            <a:prstDash val="dash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instant models — prompt cache demo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 the prefix, pay less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0F4D5C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2938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9280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 prefix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56032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repeated part is billed as cached input on later calls — cheaper than standard input.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9856" y="169164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0F4D5C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92938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59936" y="189280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the tail changes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256032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unique tail (run id + question) is the only standard-rate input each call.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91072" y="169164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0F4D5C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192938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1152" y="1892808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Repeated calls win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0528" y="2560320"/>
            <a:ext cx="21762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reuse of the same prefix means lower cost and faster responses.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instant models — prompt cache 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Caching: Init then Reuse</dc:title>
  <dc:subject>PptxGenJS Presentation</dc:subject>
  <dc:creator>instantmodels</dc:creator>
  <cp:lastModifiedBy>instantmodels</cp:lastModifiedBy>
  <cp:revision>1</cp:revision>
  <dcterms:created xsi:type="dcterms:W3CDTF">2026-07-04T16:42:07Z</dcterms:created>
  <dcterms:modified xsi:type="dcterms:W3CDTF">2026-07-04T16:42:07Z</dcterms:modified>
</cp:coreProperties>
</file>